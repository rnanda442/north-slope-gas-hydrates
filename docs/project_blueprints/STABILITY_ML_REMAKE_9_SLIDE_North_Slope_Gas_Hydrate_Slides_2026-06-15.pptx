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 descr="slide_03_evidence_ti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 descr="slide_04_public_osl_guarded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 descr="slide_05_hydrate_signals_have_mim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08" descr="slide_06_physics_features_and_stability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3" descr="slide_07_public_stability_produ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 descr="slide_08_readiness_and_validation_slo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23" descr="slide_09_conclusion_mentor_decis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