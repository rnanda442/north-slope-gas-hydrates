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about_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hydrate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parameter_scaf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m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parameter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geomechan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map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results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concl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