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19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83" descr="slide_01_project_cover_v5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93" descr="full_project_ml_workflow_flow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8" descr="slide_04_expanded_architecture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103" descr="slide_05_stability_branch_zo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Picture 108" descr="slide_06_variable_fingerprint_decis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113" descr="slide_07_ml_runtime_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118" descr="slide_08_model_decision_box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123" descr="slide_09_status_and_next_decis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7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