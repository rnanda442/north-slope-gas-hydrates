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19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full_project_ml_workflow_flow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98" descr="slide_04_inputs_boundary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 descr="slide_05_stability_branch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Picture 108" descr="slide_06_features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7_leakage_modeling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slide_08_outputs_validation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23" descr="slide_09_status_and_next_deci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7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