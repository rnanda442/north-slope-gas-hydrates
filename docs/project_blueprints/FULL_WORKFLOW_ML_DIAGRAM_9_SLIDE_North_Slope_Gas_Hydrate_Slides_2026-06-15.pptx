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19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8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8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93" descr="full_project_ml_workflow_flow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98" descr="slide_04_inputs_boundary_zo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Picture 103" descr="slide_05_stability_branch_zo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Picture 108" descr="slide_06_features_zo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Picture 113" descr="slide_07_leakage_modeling_zo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Picture 118" descr="slide_08_outputs_validation_zo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Picture 123" descr="slide_09_status_and_next_decis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7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