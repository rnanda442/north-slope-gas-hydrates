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gas_hydrate_north_slope_context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parameter_ranges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simplified_workflow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parameter_evidence_visuals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stability_physics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ml_architecture_beginner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validation_uncertainty_outputs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status_mentor_decisions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expanded_architecture_reference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ml_runtime_detail_reference_v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