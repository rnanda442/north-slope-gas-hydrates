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ignal_response_geopackage_update_2026_06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