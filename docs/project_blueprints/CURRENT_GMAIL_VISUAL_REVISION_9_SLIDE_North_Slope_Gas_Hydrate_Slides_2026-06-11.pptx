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1_about_m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3_parameter_scaffold.png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4_ml_architecture.png"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5_parameter_behavior.png"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6_geomechanics.png"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7_map_context.png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8_results_plan.png"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9_conclusion.png"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