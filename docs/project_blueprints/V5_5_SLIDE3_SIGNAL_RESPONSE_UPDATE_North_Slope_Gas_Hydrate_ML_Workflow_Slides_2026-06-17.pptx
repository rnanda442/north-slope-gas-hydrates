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personal_about_m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source_context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signal_respons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full_complex_project_workflow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doe_three_dataset_prototyp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equations_feature_unit_gat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complex_ml_runtime_architecture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stability_to_ml_overlay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done_not_claimed_next_v5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