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1_personal_about_me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2_source_context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3_parameter_ranges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4_full_complex_project_workflow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5_parameter_behavior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6_equations_feature_unit_gate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7_complex_ml_runtime_architecture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8_validation_uncertainty_outputs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_09_status_mentor_decisions_v5_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