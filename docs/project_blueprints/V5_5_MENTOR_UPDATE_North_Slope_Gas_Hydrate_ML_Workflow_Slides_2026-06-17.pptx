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_personal_about_me_v5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_source_context_v5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_parameter_ranges_v5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_full_complex_project_workflow_v5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_doe_three_dataset_prototype_v5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_equations_feature_unit_gate_v5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_complex_ml_runtime_architecture_v5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_stability_to_ml_overlay_v5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_done_not_claimed_next_v5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